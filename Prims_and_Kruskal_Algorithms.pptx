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822960" cy="73152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&amp; Kruskal's Algorithms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Minimum Spanning Tree (MST) of a graph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Minimum Spanning Tree?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connected, weighted, undirected graph with V vertices and E edges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spanning tree connects all V vertices using exactly V − 1 edges, with no cycles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MST is the spanning tree with the smallest total edge weight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are greedy: they repeatedly pick the cheapest safe edge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network cabling, road and pipeline design, clustering, circuit layout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Algorithm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846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4846320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097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one tree, vertex by vertex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3736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any vertex; mark it in the tree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all edges leaving the tree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cheapest edge to a new vertex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all V vertices are in the tree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2971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1097280"/>
            <a:ext cx="2971800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097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73736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priority queue (min-heap)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O(E log V)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dense graphs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stays connected at every step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846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4846320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097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cheapest edges, avoid cycles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3736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edges by weight, ascending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next smallest edge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only if it does not form a cycle (checked with Union-Find)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V − 1 edges are chosen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2971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1097280"/>
            <a:ext cx="2971800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097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73736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Disjoint Set (Union-Find)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O(E log E) = O(E log V)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sparse graphs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forest that merges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A-B 4, A-C 2, B-C 1, B-D 5, C-D 8, C-E 10, D-E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(cycle)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75488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 (start at A)</a:t>
            </a:r>
            <a:endParaRPr lang="en-US" sz="1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give the same MST weight: 1 + 2 + 2 + 5 = 10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vs Kruskal's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Prim's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Kruskal's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a single tree from a vertex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Merges components edge by 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 (min-heap)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Union-Find + sorted edges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graphs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graphs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 connected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forest (may be disconnected)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Disconnected 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restart per 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Naturally gives a minimum spanning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are greedy and always produce an optimal MST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Prim's: expand from a vertex using the cheapest crossing edge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Kruskal's: sort edges and add them unless they form a cycle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Prim's for dense graphs and Kruskal's for sparse graphs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edge weights are distinct, the MST is unique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Prim's and Kruskal's Algorithms</dc:title>
  <dc:subject>PptxGenJS Presentation</dc:subject>
  <dc:creator>PptxGenJS</dc:creator>
  <cp:lastModifiedBy>PptxGenJS</cp:lastModifiedBy>
  <cp:revision>1</cp:revision>
  <dcterms:created xsi:type="dcterms:W3CDTF">2026-10-08T18:11:25Z</dcterms:created>
  <dcterms:modified xsi:type="dcterms:W3CDTF">2026-10-08T18:11:25Z</dcterms:modified>
</cp:coreProperties>
</file>